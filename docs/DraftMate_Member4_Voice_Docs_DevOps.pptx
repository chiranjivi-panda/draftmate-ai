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59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DRAFTMATE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4 — Voice, Docs &amp; DevOps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Agent  ·  Document Pipeline  ·  Docker / CI / Demo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· Medium · Polish deliverables complete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— Member 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566160" cy="5029200"/>
          </a:xfrm>
          <a:prstGeom prst="roundRect">
            <a:avLst>
              <a:gd name="adj" fmla="val 2564"/>
            </a:avLst>
          </a:prstGeom>
          <a:solidFill>
            <a:srgbClr val="F5F4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56616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Agent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Web Speech API (STT + TTS)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788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Intent parser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Action queue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Confirm gate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Speech feedback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1097280"/>
            <a:ext cx="3566160" cy="5029200"/>
          </a:xfrm>
          <a:prstGeom prst="roundRect">
            <a:avLst>
              <a:gd name="adj" fmla="val 2564"/>
            </a:avLst>
          </a:prstGeom>
          <a:solidFill>
            <a:srgbClr val="F5F4F0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097280"/>
            <a:ext cx="356616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325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Pipeline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628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MarkItDown conversion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2788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DOCX export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628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PDF export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2628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Verification Summary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2628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API /docs/export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38160" y="1097280"/>
            <a:ext cx="3566160" cy="5029200"/>
          </a:xfrm>
          <a:prstGeom prst="roundRect">
            <a:avLst>
              <a:gd name="adj" fmla="val 2564"/>
            </a:avLst>
          </a:prstGeom>
          <a:solidFill>
            <a:srgbClr val="F5F4F0"/>
          </a:solidFill>
          <a:ln/>
        </p:spPr>
      </p:sp>
      <p:sp>
        <p:nvSpPr>
          <p:cNvPr id="23" name="Shape 21"/>
          <p:cNvSpPr/>
          <p:nvPr/>
        </p:nvSpPr>
        <p:spPr>
          <a:xfrm>
            <a:off x="8138160" y="1097280"/>
            <a:ext cx="3566160" cy="7315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1325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66760" y="1645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&amp; Demo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66760" y="2286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Docker + Compose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66760" y="2788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CI-lite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66760" y="32918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demo.sh script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66760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Slides + README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66760" y="4297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Frontend voice demo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Agent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F5F4F0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057400"/>
            <a:ext cx="594360" cy="59436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1488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STT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SpeechRecognition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1828800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F5F4F0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2057400"/>
            <a:ext cx="594360" cy="59436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1488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88920" y="2834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Parser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329184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patterns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confidence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828800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F5F4F0"/>
          </a:solidFill>
          <a:ln/>
        </p:spPr>
      </p:sp>
      <p:sp>
        <p:nvSpPr>
          <p:cNvPr id="15" name="Shape 13"/>
          <p:cNvSpPr/>
          <p:nvPr/>
        </p:nvSpPr>
        <p:spPr>
          <a:xfrm>
            <a:off x="5806440" y="2057400"/>
            <a:ext cx="594360" cy="59436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16" name="Text 14"/>
          <p:cNvSpPr/>
          <p:nvPr/>
        </p:nvSpPr>
        <p:spPr>
          <a:xfrm>
            <a:off x="5806440" y="21488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0640" y="2834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Gate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329184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actions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confirm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60920" y="1828800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F5F4F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2057400"/>
            <a:ext cx="594360" cy="59436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21488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52360" y="2834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Queue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52360" y="329184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FIFO + status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to DONE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92640" y="1828800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F5F4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69880" y="2057400"/>
            <a:ext cx="594360" cy="594360"/>
          </a:xfrm>
          <a:prstGeom prst="ellipse">
            <a:avLst/>
          </a:prstGeom>
          <a:solidFill>
            <a:srgbClr val="1A56DB"/>
          </a:solidFill>
          <a:ln/>
        </p:spPr>
      </p:sp>
      <p:sp>
        <p:nvSpPr>
          <p:cNvPr id="26" name="Text 24"/>
          <p:cNvSpPr/>
          <p:nvPr/>
        </p:nvSpPr>
        <p:spPr>
          <a:xfrm>
            <a:off x="10469880" y="21488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784080" y="2834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Feedback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84080" y="329184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 response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user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API: POST /voice/process  ·  GET /voice/status  ·  Frontend: voiceAgent.js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Pipeline + Verification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0" cy="5029200"/>
          </a:xfrm>
          <a:prstGeom prst="roundRect">
            <a:avLst>
              <a:gd name="adj" fmla="val 1818"/>
            </a:avLst>
          </a:prstGeom>
          <a:solidFill>
            <a:srgbClr val="F5F4F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Input: Markdown / editor content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Optional: MarkItDown convert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Attach Member-3 verification result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export_docx() / export_pdf()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Verification Summary page appended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4434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Download via /docs/export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5486400" cy="5029200"/>
          </a:xfrm>
          <a:prstGeom prst="roundRect">
            <a:avLst>
              <a:gd name="adj" fmla="val 1818"/>
            </a:avLst>
          </a:prstGeom>
          <a:solidFill>
            <a:srgbClr val="F5F4F0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Summary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Overall status (colour coded)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Citation excerpt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Match status + score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3429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Source URL from Member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3931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Prototype disclaimer notice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4434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Sources consulted list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· CI-lite · Demo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5F4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09728" cy="11430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91840" y="1417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docker/Dockerfile + docker-compose.yml — API :8000 · nginx demo UI :8080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5F4F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377440"/>
            <a:ext cx="109728" cy="11430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CI-lite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91840" y="2697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ci/github-actions-lite.yml — unittest + import check + image build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5F4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657600"/>
            <a:ext cx="109728" cy="11430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77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demo.sh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1840" y="39776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scripts/demo.sh — intent parser · confirm gate · DOCX/PDF export smoke test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937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5F4F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937760"/>
            <a:ext cx="109728" cy="11430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257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3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91840" y="52578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frontend/public/index.html + voiceAgent.js (push-to-talk Web Speech)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Members 1–3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47120" cy="4754880"/>
          </a:xfrm>
          <a:prstGeom prst="roundRect">
            <a:avLst>
              <a:gd name="adj" fmla="val 1538"/>
            </a:avLst>
          </a:prstGeom>
          <a:solidFill>
            <a:srgbClr val="F5F4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1247120" cy="50292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point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19202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/ TipTap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19202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voiceAgent.js, call /docs/export, show confirm prompts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8346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/ LLM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28346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skill handlers on ActionQueue; voice “run skill X”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3749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37490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wired: /verify + summary injected into DOCX/PDF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663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46634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· Docs · Ops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46634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deliverable — ready for joint demo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3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joint demo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backend.main:app --reload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scripts/demo.sh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-f docker/docker-compose.yml up --build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DraftMate  ·  Member 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DraftMate — Voice, Docs &amp; DevOps</dc:title>
  <dc:subject>PptxGenJS Presentation</dc:subject>
  <dc:creator>DraftMate Member 4</dc:creator>
  <cp:lastModifiedBy>DraftMate Member 4</cp:lastModifiedBy>
  <cp:revision>1</cp:revision>
  <dcterms:created xsi:type="dcterms:W3CDTF">2026-10-24T21:12:07Z</dcterms:created>
  <dcterms:modified xsi:type="dcterms:W3CDTF">2026-10-24T21:12:07Z</dcterms:modified>
</cp:coreProperties>
</file>